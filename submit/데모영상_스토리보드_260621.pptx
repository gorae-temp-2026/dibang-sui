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7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유상 정" userId="52cb64a9598570f2" providerId="LiveId" clId="{53C54A77-6012-4BEB-91F5-D46D6E6D3D9D}"/>
    <pc:docChg chg="custSel modSld">
      <pc:chgData name="유상 정" userId="52cb64a9598570f2" providerId="LiveId" clId="{53C54A77-6012-4BEB-91F5-D46D6E6D3D9D}" dt="2026-06-21T11:23:48.655" v="0" actId="478"/>
      <pc:docMkLst>
        <pc:docMk/>
      </pc:docMkLst>
      <pc:sldChg chg="delSp mod">
        <pc:chgData name="유상 정" userId="52cb64a9598570f2" providerId="LiveId" clId="{53C54A77-6012-4BEB-91F5-D46D6E6D3D9D}" dt="2026-06-21T11:23:48.655" v="0" actId="478"/>
        <pc:sldMkLst>
          <pc:docMk/>
          <pc:sldMk cId="0" sldId="256"/>
        </pc:sldMkLst>
        <pc:spChg chg="del">
          <ac:chgData name="유상 정" userId="52cb64a9598570f2" providerId="LiveId" clId="{53C54A77-6012-4BEB-91F5-D46D6E6D3D9D}" dt="2026-06-21T11:23:48.655" v="0" actId="478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0451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691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디방 — 데모 영상 스토리보드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58368" y="2468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Overflow 2026 · DeFi &amp; Payments · ≤5분 제출 영상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30632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관계가 전부다</a:t>
            </a:r>
            <a:endParaRPr lang="en-US" sz="1600" dirty="0"/>
          </a:p>
          <a:p>
            <a:pPr marL="0" indent="0">
              <a:buNone/>
            </a:pPr>
            <a:r>
              <a:rPr lang="en-US" sz="1200" i="1" dirty="0">
                <a:solidFill>
                  <a:srgbClr val="CBD9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don’t store who you are. We store who you’ve been related to.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마감 6/22(월) 10:00 KST · v2 (260621)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10896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87CE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274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훅 — 요네다 캐치프레이즈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don’t store who you are.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store who you’ve been related to.</a:t>
            </a:r>
            <a:endParaRPr lang="en-US" sz="24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87CE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Yoneda’s lemma, that’s the same thing —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87CE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only the latter is privacy-preserving.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4069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B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자막/VO: “누군지는 저장하지 않는다. 누구와 관계 맺어왔는지를 저장한다 — 익명이지만 신용은 안다.”  → 실제 결혼식 하객 몽타주로 전환.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10896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87CE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0:20–1:30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274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A — 실서비스 증명 (70s) ★최대 강점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938528" y="6766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디지털방명록 + 실 결혼식 현장 (박태원 보유분)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(대략)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blurRad="88900" dist="25400" dir="8100000" algn="bl" rotWithShape="0">
              <a:srgbClr val="1E3A5F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64008" cy="960120"/>
          </a:xfrm>
          <a:prstGeom prst="rect">
            <a:avLst/>
          </a:prstGeom>
          <a:solidFill>
            <a:srgbClr val="87CE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30352" y="14630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청첩장 → 전달 → My event 생성 (30s)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0352" y="1719072"/>
            <a:ext cx="3794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모바일청첩장 제작 → 친구에게 전달 → 나의 이벤트에 결혼식 생성. 빠른 컷.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487168"/>
            <a:ext cx="4069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blurRad="88900" dist="25400" dir="8100000" algn="bl" rotWithShape="0">
              <a:srgbClr val="1E3A5F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65760" y="2487168"/>
            <a:ext cx="64008" cy="1325880"/>
          </a:xfrm>
          <a:prstGeom prst="rect">
            <a:avLst/>
          </a:prstGeom>
          <a:solidFill>
            <a:srgbClr val="C982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30352" y="25786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결혼식 당일 · 실 하객 (40s)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0352" y="2834640"/>
            <a:ext cx="37947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디스플레이 QR 스캔 → guest web 축의(축의금) → 방명록 → 축하메시지. 실제 진행 결혼식 사진·영상 엮기.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395020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심사 1순위 Real-World Application(50%)의 핵심 증거: “이미 돌아가는 서비스”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1371600"/>
            <a:ext cx="4206240" cy="3246120"/>
          </a:xfrm>
          <a:prstGeom prst="roundRect">
            <a:avLst>
              <a:gd name="adj" fmla="val 2254"/>
            </a:avLst>
          </a:prstGeom>
          <a:solidFill>
            <a:srgbClr val="E8F4FA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800600" y="1481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스크립트 · 나레이션/자막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1810512"/>
            <a:ext cx="3886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begins as a product people already use — a digital wedding invitation. Create it, send it, your event goes live.”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6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 the wedding day, real guests scan a QR — cash gifts, guestbook, messages. Every interaction is a real relationship signal.”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6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자막: 실제 운영 중 · 실 하객 · 실 축의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10896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87CE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1:30–3:20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274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B — 새 레이어 · 모이가모인곳 중점 (110s)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938528" y="6766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dibang-sui dev 빌드 (?dev=1, 철수 fixture)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(대략)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069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blurRad="88900" dist="25400" dir="8100000" algn="bl" rotWithShape="0">
              <a:srgbClr val="1E3A5F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64008" cy="868680"/>
          </a:xfrm>
          <a:prstGeom prst="rect">
            <a:avLst/>
          </a:prstGeom>
          <a:solidFill>
            <a:srgbClr val="87CE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30352" y="14630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라운지 → 모이가모인곳 · 우리의 온기 38.6°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0352" y="1719072"/>
            <a:ext cx="3794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모이 모인 광장 · 온기 단계로 밝기·공간 확장.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359152"/>
            <a:ext cx="4069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blurRad="88900" dist="25400" dir="8100000" algn="bl" rotWithShape="0">
              <a:srgbClr val="1E3A5F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65760" y="2359152"/>
            <a:ext cx="64008" cy="749808"/>
          </a:xfrm>
          <a:prstGeom prst="rect">
            <a:avLst/>
          </a:prstGeom>
          <a:solidFill>
            <a:srgbClr val="87CE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30352" y="24505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모이 클릭 → 철수 프로필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0352" y="270662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인연 망 · 나와의 시그널 · 크레딧.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4069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blurRad="88900" dist="25400" dir="8100000" algn="bl" rotWithShape="0">
              <a:srgbClr val="1E3A5F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64008" cy="603504"/>
          </a:xfrm>
          <a:prstGeom prst="rect">
            <a:avLst/>
          </a:prstGeom>
          <a:solidFill>
            <a:srgbClr val="87CE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30352" y="32918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디방인연 매칭 → 이음 → 대화 → 선물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30352" y="3547872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39319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SPLIT 1  요네 충전 → 우: 실 testnet tx (zkLogin)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SPLIT 2  이음/부조 → 우: 관계 Move 오브젝트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371600"/>
            <a:ext cx="4206240" cy="3246120"/>
          </a:xfrm>
          <a:prstGeom prst="roundRect">
            <a:avLst>
              <a:gd name="adj" fmla="val 2254"/>
            </a:avLst>
          </a:prstGeom>
          <a:solidFill>
            <a:srgbClr val="E8F4FA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00600" y="1481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스크립트 · 나레이션/자막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1810512"/>
            <a:ext cx="3886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“All of it flows into the couple’s Lounge — and into Moi-ga-Moin-Got, the gathering.”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more people contribute, the warmer and wider the space glows — network contribution made visible.”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“Tap anyone and see your relationship. Connect (ieum), chat, exchange gifts — each action a trust signal.”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10896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87CE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3:20–4:35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274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C — 크레딧 사이언스 · 온체인 · DeFi (75s)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938528" y="6766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훅의 Yoneda를 여기서 회수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(대략)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069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blurRad="88900" dist="25400" dir="8100000" algn="bl" rotWithShape="0">
              <a:srgbClr val="1E3A5F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64008" cy="9144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30352" y="14630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4층 파이프라인 그래픽 (30s)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0352" y="171907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[event,action,role] 생성기 raw 6,916건 → fold → Φ → 통합. (cowork 4층 비주얼)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395728"/>
            <a:ext cx="4069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blurRad="88900" dist="25400" dir="8100000" algn="bl" rotWithShape="0">
              <a:srgbClr val="1E3A5F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65760" y="2395728"/>
            <a:ext cx="64008" cy="7315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30352" y="24871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온체인 Moi Credit 834 / AAA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0352" y="27432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Move 오브젝트 · 누구나 익명 read.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236976"/>
            <a:ext cx="4069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blurRad="88900" dist="25400" dir="8100000" algn="bl" rotWithShape="0">
              <a:srgbClr val="1E3A5F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65760" y="3236976"/>
            <a:ext cx="64008" cy="603504"/>
          </a:xfrm>
          <a:prstGeom prst="rect">
            <a:avLst/>
          </a:prstGeom>
          <a:solidFill>
            <a:srgbClr val="C982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30352" y="332841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“누가 올까” → 무담보 웨딩 대출 티저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30352" y="3584448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하객 142 · 축의 1,840만 → Navi·DeepBook.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3931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SPLIT 3  Moi Credit → 우: composable Move 오브젝트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SPLIT 4  DeFi → 우: Navi가 read (로드맵)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371600"/>
            <a:ext cx="4206240" cy="3246120"/>
          </a:xfrm>
          <a:prstGeom prst="roundRect">
            <a:avLst>
              <a:gd name="adj" fmla="val 2254"/>
            </a:avLst>
          </a:prstGeom>
          <a:solidFill>
            <a:srgbClr val="E8F4FA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00600" y="1481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스크립트 · 나레이션/자막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1810512"/>
            <a:ext cx="3886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event-action-role becomes a raw signal — 6,916 of them — folded through four layers into one score.”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score lives on Sui as a composable Move object. Any protocol can read it — without knowing who you are.”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“Predict who’ll come and the gifts they’ll bring — future cash flow, backed by social credit.”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10896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87CE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4:35–5:00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274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클로징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관계가 전부다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88720" y="26060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7CE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“Dibang — where your relationships become your credit. We don’t need to know who you are to know you can be trusted.”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0690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· DeFi &amp; Payments · 로드맵: 실데이터 Moi Credit · mainnet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좌우 2분할 (앱 | 컨트랙트) — “Web2가 아니다”를 보이게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4컷에만 적용 · 세로 앱(좌) + 컨트랙트(우) = 16:9 자동 충족 · 편집에서 합성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1 · 요네 충전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0" y="1234440"/>
            <a:ext cx="306324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423160" y="1234440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좌: 앱 충전 화면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40680" y="1234440"/>
            <a:ext cx="3337560" cy="694944"/>
          </a:xfrm>
          <a:prstGeom prst="roundRect">
            <a:avLst>
              <a:gd name="adj" fmla="val 7895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577840" y="1234440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우: 실 testnet tx (zkLogin·sponsored) — 실재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2 · 이음/부조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2057400"/>
            <a:ext cx="306324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423160" y="2057400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좌: 익명 액션 (이름 없음)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40680" y="2057400"/>
            <a:ext cx="3337560" cy="694944"/>
          </a:xfrm>
          <a:prstGeom prst="roundRect">
            <a:avLst>
              <a:gd name="adj" fmla="val 7895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577840" y="2057400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우: [event,action,role1,role2] 공유 Move 오브젝트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880360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3 · Moi Credit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0" y="2880360"/>
            <a:ext cx="306324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423160" y="2880360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좌: 834 / AAA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40680" y="2880360"/>
            <a:ext cx="3337560" cy="694944"/>
          </a:xfrm>
          <a:prstGeom prst="roundRect">
            <a:avLst>
              <a:gd name="adj" fmla="val 7895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577840" y="2880360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우: Move 오브젝트 + composable read — 실재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703320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4 · DeFi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0" y="3703320"/>
            <a:ext cx="306324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423160" y="3703320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좌: 하객 예측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40680" y="3703320"/>
            <a:ext cx="3337560" cy="694944"/>
          </a:xfrm>
          <a:prstGeom prst="roundRect">
            <a:avLst>
              <a:gd name="adj" fmla="val 7895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577840" y="3703320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우: Navi가 오브젝트 read — 개념/로드맵 라벨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정직성: 오른쪽 패널은 실 배포만 진짜(testnet 0x6bb83e…·요네 tx). 재계산·대출은 “로드맵” 라벨 — 심사위원이 repo 확인.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제작 노트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blurRad="88900" dist="25400" dir="8100000" algn="bl" rotWithShape="0">
              <a:srgbClr val="1E3A5F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64008" cy="1828800"/>
          </a:xfrm>
          <a:prstGeom prst="rect">
            <a:avLst/>
          </a:prstGeom>
          <a:solidFill>
            <a:srgbClr val="87CE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촬영 소스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= 실서비스 + 실 결혼식 (박태원 보유분)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B·C = dibang-sui dev 빌드 (?dev=1, 철수 fixture)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좌우 분할 = 앱 따로 녹화 / 익스플로러 따로 캡처 → 합성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blurRad="88900" dist="25400" dir="8100000" algn="bl" rotWithShape="0">
              <a:srgbClr val="1E3A5F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64008" cy="1828800"/>
          </a:xfrm>
          <a:prstGeom prst="rect">
            <a:avLst/>
          </a:prstGeom>
          <a:solidFill>
            <a:srgbClr val="87CE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846320" y="11155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정직성 (과장 금지)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46304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철수 수치(834·142·1,840만) = 실데이터 대표 샘플 sim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 배포 = testnet 패키지 0x6bb83e… · 요네 tx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 Credit 재계산·대출 = “개념/로드맵” 라벨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blurRad="88900" dist="25400" dir="8100000" algn="bl" rotWithShape="0">
              <a:srgbClr val="1E3A5F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64008" cy="1828800"/>
          </a:xfrm>
          <a:prstGeom prst="rect">
            <a:avLst/>
          </a:prstGeom>
          <a:solidFill>
            <a:srgbClr val="87CE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31272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자르기 우선순위 (5:00 초과 시)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47472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선물 디테일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인연 스와이프 길이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라운지 기능 훑기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01752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blurRad="88900" dist="25400" dir="8100000" algn="bl" rotWithShape="0">
              <a:srgbClr val="1E3A5F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64008" cy="1828800"/>
          </a:xfrm>
          <a:prstGeom prst="rect">
            <a:avLst/>
          </a:prstGeom>
          <a:solidFill>
            <a:srgbClr val="87CE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846320" y="31272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47472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4층 그래픽 = cowork moi_credit_4layer_pipeline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증명 = 공개 repo _research/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스크립트 전문 = 데모영상_5분_스크립트_v2_260621.md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953</Words>
  <Application>Microsoft Office PowerPoint</Application>
  <PresentationFormat>화면 슬라이드 쇼(16:9)</PresentationFormat>
  <Paragraphs>104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디방 데모 영상 스토리보드</dc:title>
  <dc:subject>PptxGenJS Presentation</dc:subject>
  <dc:creator>고래유니버스</dc:creator>
  <cp:lastModifiedBy>유상 정</cp:lastModifiedBy>
  <cp:revision>1</cp:revision>
  <dcterms:created xsi:type="dcterms:W3CDTF">2026-06-21T09:40:50Z</dcterms:created>
  <dcterms:modified xsi:type="dcterms:W3CDTF">2026-06-21T11:23:58Z</dcterms:modified>
</cp:coreProperties>
</file>